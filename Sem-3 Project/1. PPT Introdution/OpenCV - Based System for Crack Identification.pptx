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69" r:id="rId4"/>
    <p:sldId id="257" r:id="rId5"/>
    <p:sldId id="268" r:id="rId6"/>
    <p:sldId id="267" r:id="rId7"/>
    <p:sldId id="260" r:id="rId8"/>
    <p:sldId id="270" r:id="rId9"/>
    <p:sldId id="261" r:id="rId10"/>
    <p:sldId id="271" r:id="rId11"/>
    <p:sldId id="262" r:id="rId12"/>
    <p:sldId id="272" r:id="rId13"/>
    <p:sldId id="263" r:id="rId14"/>
    <p:sldId id="273" r:id="rId15"/>
    <p:sldId id="264" r:id="rId16"/>
    <p:sldId id="274" r:id="rId17"/>
    <p:sldId id="266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4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8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0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382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39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9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5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06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6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942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351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18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55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887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1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88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D4BF0-908C-4514-AB56-B56A718870E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6ADA1-433E-4A4F-832D-273D3BD055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933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6F0461-06B0-F0A5-621B-154B7FD59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9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11285"/>
            <a:ext cx="12192000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1. 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151938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79771"/>
          </a:xfrm>
        </p:spPr>
      </p:pic>
    </p:spTree>
    <p:extLst>
      <p:ext uri="{BB962C8B-B14F-4D97-AF65-F5344CB8AC3E}">
        <p14:creationId xmlns:p14="http://schemas.microsoft.com/office/powerpoint/2010/main" val="408337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29586"/>
            <a:ext cx="12192000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2. Project Architecture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34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82"/>
          <a:stretch/>
        </p:blipFill>
        <p:spPr>
          <a:xfrm>
            <a:off x="0" y="0"/>
            <a:ext cx="12183643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2352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3"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1594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6314"/>
            <a:ext cx="12192000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3. Complete Workflow</a:t>
            </a:r>
          </a:p>
        </p:txBody>
      </p:sp>
    </p:spTree>
    <p:extLst>
      <p:ext uri="{BB962C8B-B14F-4D97-AF65-F5344CB8AC3E}">
        <p14:creationId xmlns:p14="http://schemas.microsoft.com/office/powerpoint/2010/main" val="208536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6"/>
          <a:stretch/>
        </p:blipFill>
        <p:spPr>
          <a:xfrm>
            <a:off x="-1" y="0"/>
            <a:ext cx="12192001" cy="7000201"/>
          </a:xfrm>
        </p:spPr>
      </p:pic>
    </p:spTree>
    <p:extLst>
      <p:ext uri="{BB962C8B-B14F-4D97-AF65-F5344CB8AC3E}">
        <p14:creationId xmlns:p14="http://schemas.microsoft.com/office/powerpoint/2010/main" val="122102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49715"/>
            <a:ext cx="12192000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4. Open-CV 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192831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5525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206171"/>
            <a:ext cx="12192001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5. CRACK WIDTH ESTIMATION METHOD</a:t>
            </a:r>
          </a:p>
        </p:txBody>
      </p:sp>
    </p:spTree>
    <p:extLst>
      <p:ext uri="{BB962C8B-B14F-4D97-AF65-F5344CB8AC3E}">
        <p14:creationId xmlns:p14="http://schemas.microsoft.com/office/powerpoint/2010/main" val="305505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6"/>
          <a:stretch/>
        </p:blipFill>
        <p:spPr>
          <a:xfrm>
            <a:off x="-1" y="-1"/>
            <a:ext cx="12192001" cy="6846565"/>
          </a:xfrm>
        </p:spPr>
      </p:pic>
    </p:spTree>
    <p:extLst>
      <p:ext uri="{BB962C8B-B14F-4D97-AF65-F5344CB8AC3E}">
        <p14:creationId xmlns:p14="http://schemas.microsoft.com/office/powerpoint/2010/main" val="420503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06172"/>
            <a:ext cx="12192000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6. Crack Severity</a:t>
            </a:r>
          </a:p>
        </p:txBody>
      </p:sp>
    </p:spTree>
    <p:extLst>
      <p:ext uri="{BB962C8B-B14F-4D97-AF65-F5344CB8AC3E}">
        <p14:creationId xmlns:p14="http://schemas.microsoft.com/office/powerpoint/2010/main" val="213232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0"/>
          <a:stretch/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9928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278743"/>
            <a:ext cx="12192001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7. Features</a:t>
            </a:r>
          </a:p>
        </p:txBody>
      </p:sp>
    </p:spTree>
    <p:extLst>
      <p:ext uri="{BB962C8B-B14F-4D97-AF65-F5344CB8AC3E}">
        <p14:creationId xmlns:p14="http://schemas.microsoft.com/office/powerpoint/2010/main" val="82987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7" b="1"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331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64228"/>
            <a:ext cx="12192000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8.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97960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2"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0238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E8EEC7-8C5F-8CC3-F7E6-7815DEDE0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9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562</TotalTime>
  <Words>34</Words>
  <Application>Microsoft Office PowerPoint</Application>
  <PresentationFormat>Widescreen</PresentationFormat>
  <Paragraphs>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Tw Cen MT</vt:lpstr>
      <vt:lpstr>Circuit</vt:lpstr>
      <vt:lpstr>PowerPoint Presentation</vt:lpstr>
      <vt:lpstr>1. Technology Stack</vt:lpstr>
      <vt:lpstr>PowerPoint Presentation</vt:lpstr>
      <vt:lpstr>2. Project Architecture</vt:lpstr>
      <vt:lpstr>PowerPoint Presentation</vt:lpstr>
      <vt:lpstr>PowerPoint Presentation</vt:lpstr>
      <vt:lpstr>3. Complete Workflow</vt:lpstr>
      <vt:lpstr>PowerPoint Presentation</vt:lpstr>
      <vt:lpstr>4. Open-CV Processing Pipeline</vt:lpstr>
      <vt:lpstr>PowerPoint Presentation</vt:lpstr>
      <vt:lpstr>5. CRACK WIDTH ESTIMATION METHOD</vt:lpstr>
      <vt:lpstr>PowerPoint Presentation</vt:lpstr>
      <vt:lpstr>6. Crack Severity</vt:lpstr>
      <vt:lpstr>PowerPoint Presentation</vt:lpstr>
      <vt:lpstr>7. Features</vt:lpstr>
      <vt:lpstr>PowerPoint Presentation</vt:lpstr>
      <vt:lpstr>8. Expected Output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OpenCV - Based System for Crack Identification and Width Estimation </dc:title>
  <dc:creator>Man Patel</dc:creator>
  <cp:lastModifiedBy>Man Patel</cp:lastModifiedBy>
  <cp:revision>20</cp:revision>
  <dcterms:created xsi:type="dcterms:W3CDTF">2026-07-03T00:47:25Z</dcterms:created>
  <dcterms:modified xsi:type="dcterms:W3CDTF">2026-08-03T22:24:07Z</dcterms:modified>
</cp:coreProperties>
</file>